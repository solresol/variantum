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10"/>
  </p:notesMasterIdLst>
  <p:sldIdLst>
    <p:sldId id="256" r:id="rId3"/>
    <p:sldId id="258" r:id="rId4"/>
    <p:sldId id="259" r:id="rId5"/>
    <p:sldId id="261" r:id="rId6"/>
    <p:sldId id="265" r:id="rId7"/>
    <p:sldId id="269" r:id="rId8"/>
    <p:sldId id="268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Cover image">
            <a:extLst>
              <a:ext uri="{FF2B5EF4-FFF2-40B4-BE49-F238E27FC236}">
                <a16:creationId xmlns:a16="http://schemas.microsoft.com/office/drawing/2014/main" id="{519698F5-5642-BF09-E3B8-49AAD8AC027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14" name="Picture Placeholder 13" descr="(YOU)us ">
            <a:extLst>
              <a:ext uri="{FF2B5EF4-FFF2-40B4-BE49-F238E27FC236}">
                <a16:creationId xmlns:a16="http://schemas.microsoft.com/office/drawing/2014/main" id="{25E8DD07-1A25-2646-0E95-C7BF4C3C7A9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51270" y="1538893"/>
            <a:ext cx="5489459" cy="38012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AU"/>
              <a:t>Insert (YOU)us lockup</a:t>
            </a:r>
          </a:p>
        </p:txBody>
      </p:sp>
      <p:sp>
        <p:nvSpPr>
          <p:cNvPr id="16" name="Picture Placeholder 15" descr="Macquarie University logo">
            <a:extLst>
              <a:ext uri="{FF2B5EF4-FFF2-40B4-BE49-F238E27FC236}">
                <a16:creationId xmlns:a16="http://schemas.microsoft.com/office/drawing/2014/main" id="{C80078A0-B1C2-F2CD-34EE-1D4F4E5E115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20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 descr="Cover image">
            <a:extLst>
              <a:ext uri="{FF2B5EF4-FFF2-40B4-BE49-F238E27FC236}">
                <a16:creationId xmlns:a16="http://schemas.microsoft.com/office/drawing/2014/main" id="{B9116D33-ED1E-ACD8-6547-24A1C5F64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403977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  <p:sp>
        <p:nvSpPr>
          <p:cNvPr id="14" name="Picture Placeholder 13" descr="(YOU)us ">
            <a:extLst>
              <a:ext uri="{FF2B5EF4-FFF2-40B4-BE49-F238E27FC236}">
                <a16:creationId xmlns:a16="http://schemas.microsoft.com/office/drawing/2014/main" id="{B2604F25-F0DB-BA47-161F-B04A105685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5953251"/>
            <a:ext cx="1428750" cy="53644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Insert (YOU)us lockup</a:t>
            </a:r>
          </a:p>
        </p:txBody>
      </p:sp>
    </p:spTree>
    <p:extLst>
      <p:ext uri="{BB962C8B-B14F-4D97-AF65-F5344CB8AC3E}">
        <p14:creationId xmlns:p14="http://schemas.microsoft.com/office/powerpoint/2010/main" val="91612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 descr="Cover image">
            <a:extLst>
              <a:ext uri="{FF2B5EF4-FFF2-40B4-BE49-F238E27FC236}">
                <a16:creationId xmlns:a16="http://schemas.microsoft.com/office/drawing/2014/main" id="{B9116D33-ED1E-ACD8-6547-24A1C5F64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403977"/>
            <a:ext cx="5620789" cy="813356"/>
          </a:xfrm>
        </p:spPr>
        <p:txBody>
          <a:bodyPr anchor="t" anchorCtr="0">
            <a:noAutofit/>
          </a:bodyPr>
          <a:lstStyle>
            <a:lvl1pPr algn="ctr"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  <p:sp>
        <p:nvSpPr>
          <p:cNvPr id="14" name="Picture Placeholder 13" descr="(YOU)us ">
            <a:extLst>
              <a:ext uri="{FF2B5EF4-FFF2-40B4-BE49-F238E27FC236}">
                <a16:creationId xmlns:a16="http://schemas.microsoft.com/office/drawing/2014/main" id="{B2604F25-F0DB-BA47-161F-B04A105685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5953251"/>
            <a:ext cx="1428750" cy="53644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Insert (YOU)us lockup</a:t>
            </a:r>
          </a:p>
        </p:txBody>
      </p:sp>
    </p:spTree>
    <p:extLst>
      <p:ext uri="{BB962C8B-B14F-4D97-AF65-F5344CB8AC3E}">
        <p14:creationId xmlns:p14="http://schemas.microsoft.com/office/powerpoint/2010/main" val="139238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(YOU)us">
            <a:extLst>
              <a:ext uri="{FF2B5EF4-FFF2-40B4-BE49-F238E27FC236}">
                <a16:creationId xmlns:a16="http://schemas.microsoft.com/office/drawing/2014/main" id="{8F38FBE8-BF9D-81CC-E496-FEBD07FA15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970" y="1787648"/>
            <a:ext cx="4956058" cy="3282703"/>
          </a:xfrm>
          <a:prstGeom prst="rect">
            <a:avLst/>
          </a:prstGeom>
        </p:spPr>
      </p:pic>
      <p:pic>
        <p:nvPicPr>
          <p:cNvPr id="4" name="Picture Placeholder 14" descr="Macquarie University logo">
            <a:extLst>
              <a:ext uri="{FF2B5EF4-FFF2-40B4-BE49-F238E27FC236}">
                <a16:creationId xmlns:a16="http://schemas.microsoft.com/office/drawing/2014/main" id="{82150DDE-DA95-AA72-674D-E6CEDA29E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0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403977"/>
            <a:ext cx="6899404" cy="779490"/>
          </a:xfrm>
        </p:spPr>
        <p:txBody>
          <a:bodyPr anchor="t" anchorCtr="0">
            <a:noAutofit/>
          </a:bodyPr>
          <a:lstStyle>
            <a:lvl1pPr algn="l"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03E2EC8B-C289-9C6E-ED38-44235F879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938" y="5953125"/>
            <a:ext cx="1428750" cy="536575"/>
          </a:xfrm>
          <a:prstGeom prst="rect">
            <a:avLst/>
          </a:prstGeom>
        </p:spPr>
      </p:pic>
      <p:pic>
        <p:nvPicPr>
          <p:cNvPr id="5" name="Picture Placeholder 14" descr="Macquarie University logo">
            <a:extLst>
              <a:ext uri="{FF2B5EF4-FFF2-40B4-BE49-F238E27FC236}">
                <a16:creationId xmlns:a16="http://schemas.microsoft.com/office/drawing/2014/main" id="{182A72C3-A2C5-868A-2C37-CA00240868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AAAA64F-48ED-845A-6495-CEBAF59B2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85605" y="771726"/>
            <a:ext cx="1440000" cy="14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63182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403977"/>
            <a:ext cx="5620789" cy="779490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03E2EC8B-C289-9C6E-ED38-44235F879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938" y="5953125"/>
            <a:ext cx="1428750" cy="536575"/>
          </a:xfrm>
          <a:prstGeom prst="rect">
            <a:avLst/>
          </a:prstGeom>
        </p:spPr>
      </p:pic>
      <p:pic>
        <p:nvPicPr>
          <p:cNvPr id="5" name="Picture Placeholder 14" descr="Macquarie University logo">
            <a:extLst>
              <a:ext uri="{FF2B5EF4-FFF2-40B4-BE49-F238E27FC236}">
                <a16:creationId xmlns:a16="http://schemas.microsoft.com/office/drawing/2014/main" id="{182A72C3-A2C5-868A-2C37-CA00240868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035C0B84-52D3-FE1C-D083-06B630B29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85605" y="771726"/>
            <a:ext cx="1440000" cy="14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641555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B9116D33-ED1E-ACD8-6547-24A1C5F64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B6C20092-4FE0-D7B3-F7BA-0526B1B39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111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56F6C83-FC56-B74C-FC25-5C4175148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1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D69B6BB-AD7B-FECC-278A-0DE201704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29047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940CA8FE-BF3D-A9AB-213A-0C55DB544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08501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2112232-C5BF-11A9-7C8E-DE8C2CE71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82831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05AE4025-64DD-ED61-D017-9B3F6CB30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4168980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FC2BC11B-CCEC-6F69-BF1F-AABDE9EEF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411898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928CADD-7AFB-7DEE-2CD0-8864DC981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548775"/>
            <a:ext cx="1080000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562833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4E98FE92-2FEC-C608-78F4-BC70253F2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548775"/>
            <a:ext cx="1080000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926299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EFC6EE0D-D466-AA66-03A7-64BB65166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548775"/>
            <a:ext cx="1080000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778226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19B84670-3465-E812-1124-CF2F8640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548775"/>
            <a:ext cx="1080000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275276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928CADD-7AFB-7DEE-2CD0-8864DC981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368775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4846881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928CADD-7AFB-7DEE-2CD0-8864DC981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368775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5442345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345057-457A-93A9-0719-C37936A0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F30C79-CD72-28A8-D9F7-35BD8446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62001" y="0"/>
            <a:ext cx="406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EC8665-1F7C-F0BA-982F-BC6A17A34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003" y="0"/>
            <a:ext cx="4068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9D228C0-1D83-A28E-6AB7-6A131DB8E0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992" y="3024188"/>
            <a:ext cx="2835283" cy="24860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401F84A-1E40-3A5A-D286-DD95951A08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5104" y="3024188"/>
            <a:ext cx="2954337" cy="24860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4D697A9-98F6-1DDF-FFAA-639C79FB8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5216" y="3024188"/>
            <a:ext cx="2954337" cy="24860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E0B7E2F-2114-6596-1D8C-EE29FB920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4992" y="1645497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2B201077-19B1-0CB0-2309-0CED07C69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85104" y="1636993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4" name="Picture Placeholder 17">
            <a:extLst>
              <a:ext uri="{FF2B5EF4-FFF2-40B4-BE49-F238E27FC236}">
                <a16:creationId xmlns:a16="http://schemas.microsoft.com/office/drawing/2014/main" id="{478E3CB6-F9B7-531D-DDB1-A8FCE6FE2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5216" y="1636993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C3AE479-3582-3EBC-182B-B9C9259E3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213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3965017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B9116D33-ED1E-ACD8-6547-24A1C5F64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2405230"/>
            <a:ext cx="3974000" cy="779490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B6C20092-4FE0-D7B3-F7BA-0526B1B39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111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F1A787-2C4B-E603-CF81-4FC3BD1A32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8" y="3226524"/>
            <a:ext cx="3962400" cy="27733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B8FDC32-AEEF-FFBF-7C6D-4860082156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7553" y="1547812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9A6C4D4-533A-3AB8-6DF7-F11D02973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53563" y="1664676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20E75FB9-9FA9-C9F7-F781-70769DAA68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7303" y="1547812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89213E1E-39B0-0CED-B90E-D0BA9C563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53313" y="1664676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690C5B-D54F-E23F-209A-00636AD467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037053" y="1547812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483DAB54-804B-85DC-9108-9A16CE80D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53063" y="1664676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6327513C-81B5-9C56-FEF2-2D63A6B466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37553" y="3464676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Picture Placeholder 19">
            <a:extLst>
              <a:ext uri="{FF2B5EF4-FFF2-40B4-BE49-F238E27FC236}">
                <a16:creationId xmlns:a16="http://schemas.microsoft.com/office/drawing/2014/main" id="{13888F12-A8E0-E827-891A-633AFFE48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3563" y="3581540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A51173F1-532B-091C-CBD9-8FBD306D090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37303" y="3464676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1B7EB5CE-9C07-9E38-BB4B-F7CF68788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53313" y="3581540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AF5CA855-FEA3-F6C2-9B61-4E24397455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037053" y="3464676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3706B99D-E9B6-6A35-B1BE-60CC82A37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53063" y="3581540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297D644-FE1D-0BE1-4752-A3F34B1FC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1839731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B9116D33-ED1E-ACD8-6547-24A1C5F64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2405230"/>
            <a:ext cx="3973999" cy="779490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88B92-B466-03E5-A651-7A4A4E94B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7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B6C20092-4FE0-D7B3-F7BA-0526B1B39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111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F1A787-2C4B-E603-CF81-4FC3BD1A32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3226524"/>
            <a:ext cx="3962400" cy="27733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93329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51AE-7B41-4B15-BBA3-E5C7244AA2B8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32696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51AE-7B41-4B15-BBA3-E5C7244AA2B8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14669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231C16-44E7-4139-883C-EF004203D0B3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8460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44ADFF-E0DE-4E1B-8F9A-8E0EE7EAAFC2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8333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46558D-EE21-4867-863A-88FAB82CC6C4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0753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BBA1E-D19D-444D-8A10-C058460E469D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3476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4126BB-6A39-4234-B263-79576A7CDB49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2271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9177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917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B040-018E-42AD-A88C-CBB8700A35B1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04046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bullet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9177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917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B040-018E-42AD-A88C-CBB8700A35B1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8735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F6EB90-3E04-4FA1-8E4B-ABD94C9B4A64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6936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F5B54C-3EA0-4EF4-94D1-28722274E68A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6530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19BB77-AA20-4C7D-B95C-21A753E4AB1F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9095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9A19C1-B89F-4FB2-9EA8-17E304F1580B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2747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12AFE0-22D7-40E7-B902-21D5A1A55BCC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7606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20" y="245155"/>
            <a:ext cx="8921510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741399"/>
            <a:ext cx="8920572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00000" cy="4640191"/>
          </a:xfrm>
        </p:spPr>
        <p:txBody>
          <a:bodyPr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198D5F-2353-8F82-1A7C-184ADFC68D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4939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content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20" y="245155"/>
            <a:ext cx="8921510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741399"/>
            <a:ext cx="8920572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00000" cy="4640191"/>
          </a:xfrm>
        </p:spPr>
        <p:txBody>
          <a:bodyPr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198D5F-2353-8F82-1A7C-184ADFC68D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7769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5E1D35-C7B4-C428-3B31-EE74D666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18838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EDB7845-855C-F9EA-62B3-98DC91CE81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7" name="Picture 6" descr="Macquarie University logo">
            <a:extLst>
              <a:ext uri="{FF2B5EF4-FFF2-40B4-BE49-F238E27FC236}">
                <a16:creationId xmlns:a16="http://schemas.microsoft.com/office/drawing/2014/main" id="{54EB25DE-3A94-5C1B-43AD-C39D36828D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8706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159EA08-664E-1799-BD61-535D45495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36772"/>
            <a:ext cx="5418369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989424-02DC-36D9-E30B-4A39560A401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8117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E7664C-5779-3E1F-F4D6-844A64572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D32799B-1953-A47A-9BA9-6D1C3A187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B4A525-0C60-15A1-97DA-073C9CCC7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469D60-470E-F8B4-9391-9D65BE9BE5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62FEC5C9-EEC9-BF33-6969-C4B046048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1FA8702-AD60-AC4D-8A41-F073610C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5C316F-5F5F-A8AF-FFC7-D1E2A23D0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A73C674-C95A-486C-E3A5-21B701D8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B5CB9F99-0B34-954B-C9AB-C425CC258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4B093C-5946-CDA3-8575-2E61F52EF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5622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8F0E32C-D968-3ABF-1F2D-4292E6C2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42825D-89E4-6CFC-1DBF-028A6BA37B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59AC769-9C6E-74E7-9201-A879B5DF9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D2A374A-A0EB-B045-E264-F86F631A4BF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FCB9D98-EE90-5A15-90BC-715FD4802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9A1F435-E8D5-5A38-42C5-20C32F7C6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0181B7-6D68-DE66-E35F-D676E96A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6965BE5-1757-CF18-464A-440C9A80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70F3FCAD-9D63-C229-8F8F-A0A067D05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98A0B2-78F7-18C9-985F-DE1FD6F00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6627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8466974-72CD-0FBA-8648-12400493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C001C96-6017-6F30-8180-9453AC660E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65A84B-F8D2-0B08-EDED-0F02BCF68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853EEA7-8482-9CDC-298C-B75832DF13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A6DE66F-30FD-4A81-98E6-4D1013370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10D7763B-61E4-26EB-CB99-84DA451A5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DD5EBB-0C82-4241-1D79-4B598A780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8D85B45-6269-EEBD-4C3B-99F0004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28DA3552-89A0-B89E-6926-F7298004F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F7AD83-2B6B-41D5-DF68-E825723D8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5658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57" y="245155"/>
            <a:ext cx="9030697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741399"/>
            <a:ext cx="903069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31A489-A239-28B6-0E71-73D32F0406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3A2F-5C37-47AC-B476-DD06A4228197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9051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ullet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57" y="245155"/>
            <a:ext cx="9030697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741399"/>
            <a:ext cx="903069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31A489-A239-28B6-0E71-73D32F0406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3A2F-5C37-47AC-B476-DD06A4228197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77301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9063183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9063183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94D937-F24A-4B87-89F5-44DC6A7C819C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5587D6-25E8-7A7E-5594-D27ED25EB5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651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5AB094-0B4A-18B2-2659-FD54664CE56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6144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D25A313-65A1-6CDF-EE97-8414DB86B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D1AEE8C-622E-205F-253A-51A473815FA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3BACA3-B532-4EAA-90F7-C05FFCCD393A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7257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8ED48E-9805-4B60-8740-6A3426BA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EFF94A-DBE0-5C75-888A-BD0DEDC7B2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74EBD25-5AA1-BEEC-3CCF-40CC25C12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54838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B0FA61-C614-8FC6-E9FF-A7C45394C90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6B96D17-38D7-CD42-9FFA-59FAA3D06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3BACA3-B532-4EAA-90F7-C05FFCCD393A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C9B9B777-6C9C-9A43-305B-DC31867B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BB52E4-3636-78DC-560F-B844EA02A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53B2287-8C4A-6DAB-A5BC-40BCBF79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48908DF0-7D76-1B52-4B7D-FA8F5E1B3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D0A866-4F4B-9386-AADD-6A642FE87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8274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6791341-A27B-A647-AB3B-F417971F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9044345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2A8C8B-BFB4-6578-B80D-E216ABE3B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9044345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CE67255-F545-8317-5412-B752040D5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0AC33DA-9930-3886-A916-7921C07FFFD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74BF3EA2-4FA9-D3A5-576E-47587FE54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3BACA3-B532-4EAA-90F7-C05FFCCD393A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EC8E5B-64B1-A956-89B6-673A84DA0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E23DEE-96C7-88B0-095E-AAE449A18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2490AC6-58C9-88B2-5213-FD626EE9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6707AA49-0656-03AB-BA0D-FD859139A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619968-E843-A94F-B699-A8471F622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9610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FC8AD6-D94B-1F04-3309-8EE3AF01A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6B3E7E-AA81-DC4E-E8FD-4156D6E723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7261246-93EB-FB7C-5235-6D57832FA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BD71BC7-48AB-CD8C-D3E4-A5B8B912EEE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E0737C32-F5C3-238C-BC09-782ECF2BE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3BACA3-B532-4EAA-90F7-C05FFCCD393A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1616C16-6B74-63DC-2D2F-411B2FA0F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8C1AFD-5AFC-8997-A89D-FFE81B30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BB4A119A-1650-EAC5-CF19-B12EEAA1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65836C0F-64A8-8AEC-C2F7-69573CE82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DB00A0-4F5B-A5C1-8CB5-BFEA85A3A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0301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1BFC13D-B02E-9C75-9563-9D18A627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19CAA18-95B8-37B6-2185-3D9BB858B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6F7B2BCA-54D6-AE09-9758-EDA3F1850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7DB1208-E577-6B1E-B52C-E384487ED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43797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slide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1BFC13D-B02E-9C75-9563-9D18A627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19CAA18-95B8-37B6-2185-3D9BB858B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6F7B2BCA-54D6-AE09-9758-EDA3F1850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7DB1208-E577-6B1E-B52C-E384487ED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62731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1BFC13D-B02E-9C75-9563-9D18A627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19CAA18-95B8-37B6-2185-3D9BB858B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6F7B2BCA-54D6-AE09-9758-EDA3F1850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7DB1208-E577-6B1E-B52C-E384487ED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14397D-9372-B0C1-F0EE-6A77DE87A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CA5619A8-2165-0556-9633-56C8ACDA6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48E1DD-08A6-6C74-728A-133FA097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000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1BFC13D-B02E-9C75-9563-9D18A627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19CAA18-95B8-37B6-2185-3D9BB858B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6F7B2BCA-54D6-AE09-9758-EDA3F1850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7DB1208-E577-6B1E-B52C-E384487ED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CA5619A8-2165-0556-9633-56C8ACDA6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48E1DD-08A6-6C74-728A-133FA097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25C4035-FAFF-CA83-294D-08B783382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8014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0CCA8B7-80CB-C171-23CE-58CAA88B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2E2EC65-BD43-8DBC-1A7E-7EFAC5BE8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9A7AFD58-69DA-550A-1E82-A8F6BFE59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2E1944A-54BC-2C46-7BC9-439D85B16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4EFB69E3-061E-9917-1F35-0EA42E57A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04E9335-9306-A64E-4E74-899E54C637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8EF3038-76B3-627C-764F-5D21546B1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4351E16F-6FDF-4C11-4901-73B1B6FBAE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1381F3F8-E3FF-64F0-6FBC-5F6182972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20A9B780-D23D-FC3A-B0F6-A0BB4814666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4BDA7639-5F10-CA56-A279-32455B9ED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B5930A8A-3890-F067-6B0E-291AD3559C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511D1AD6-893F-68A2-78D0-687B677C2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516A9436-552F-9FD7-3593-BEE01A9672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Parallelogram 5">
            <a:extLst>
              <a:ext uri="{FF2B5EF4-FFF2-40B4-BE49-F238E27FC236}">
                <a16:creationId xmlns:a16="http://schemas.microsoft.com/office/drawing/2014/main" id="{71E64D3B-B866-1D57-FE06-AFFC90709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BBBC4D-3579-2FF3-EC51-E19789B45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333A9066-0192-41AE-E0BF-52AEF5E5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A57B307F-4D1A-976E-3778-25EC4A9178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70993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CCCD79C-BA63-0B52-BB70-D0A57C037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1479A168-05AB-1653-A610-1B1ADB7365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2ED676E4-4A97-3C45-3A6B-AFCF4025B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629E250-16BE-6ACF-6084-DD2FE612D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C882EAC8-4C7B-0DA3-D77F-AD707281E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4219731B-42ED-37A0-CB58-C262DECEB1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AEDC10AD-561B-528E-BB36-8DC3F5106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D7ADF14-75B4-D76F-7047-8EA776DCF2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9FF3ED4A-2972-1101-C227-4B82AF09A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41ED028-A433-C9E6-2633-44FE7377B1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F59B03F7-D522-A133-4228-865DBC086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3E49399-6CD3-405A-2C1D-B3584FA8F5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DF3B7810-42E2-B0CD-5CC4-8883EEC3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088EBA39-AF51-72F0-2D81-6BB0290464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Parallelogram 5">
            <a:extLst>
              <a:ext uri="{FF2B5EF4-FFF2-40B4-BE49-F238E27FC236}">
                <a16:creationId xmlns:a16="http://schemas.microsoft.com/office/drawing/2014/main" id="{167C0B59-9AFC-D78D-0C47-4DEEDB476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AC0A036-8D28-E9C0-3AED-75A7D856A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474E9CEA-9505-488C-C25E-A0BD9C736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826EF674-83EA-EF5A-050F-7283D3DA01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30341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EBFC186-48CA-3C24-2C51-1C70CE00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DFB8EAA9-0427-9F3B-D145-3544269D3E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B858D8AD-F471-5674-6338-B587FCD03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599F338B-9AE7-2BDC-3AE7-87EB8D273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4A3B4227-2702-4C32-BE73-5CCF9D372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3496F985-9396-7E99-164E-51D201F49A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4F400D1E-DC5C-7E14-24A5-94FAE9028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4A4C352C-83C1-4F20-3EAF-4A866FE412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C11DE815-5015-5DB0-55A9-CA30D6856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7C5AE6F-3A4E-1FA4-689D-E9553DBBC3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3699607-CEB5-03C3-AC3A-53E8D0092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8F9A133E-AD4B-08F4-CB1C-73CA54EDC4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B924AFCE-D751-5C95-F090-DA5C62E41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38E7A7B7-476C-BCB2-52E8-F08E5755F9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Parallelogram 5">
            <a:extLst>
              <a:ext uri="{FF2B5EF4-FFF2-40B4-BE49-F238E27FC236}">
                <a16:creationId xmlns:a16="http://schemas.microsoft.com/office/drawing/2014/main" id="{762ECC59-AFBD-3286-B4C7-0D77E565E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882A8E-6712-865C-D914-7253FC3BC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D9332325-A5B0-9D15-A7BA-3265C55B2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93370C72-4583-ED5C-E207-6CD316A30D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26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ff prof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8075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8075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29409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ff profile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8075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8075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6165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8EC41-071D-BB64-0EDA-9549FEC30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15506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AAD86E-F959-DE0B-3179-39EC6705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084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AAD86E-F959-DE0B-3179-39EC6705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3348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AAD86E-F959-DE0B-3179-39EC6705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141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AAD86E-F959-DE0B-3179-39EC6705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3699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198D5F-2353-8F82-1A7C-184ADFC68D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8E8E45F-9611-E7E3-7C3F-5CC9D34F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381923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with icon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198D5F-2353-8F82-1A7C-184ADFC68D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8E8E45F-9611-E7E3-7C3F-5CC9D34F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4688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72A1536-12E3-0573-994B-171091E6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C2D2C71-FB0A-C76D-A06A-E533CA80126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A31F2AD-DE26-D578-DCC7-1F03EA2CC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A215EB5-9F5E-E042-8784-4EBB61F8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59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3B58DA-AC54-BCD6-6096-B8503BAB7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6603F59-FC27-E8DB-F67A-2F218738BD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91EC5B34-6A6A-53C9-2FCF-120A39B16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9E72A7A4-FF76-95DB-53D3-3F8CF6A59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529353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1712EA-B167-773E-20A5-EA2D8C5AB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06D1CC7-3644-39C3-B41D-0F4B8836D7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3C30E-CCCC-4E7D-57D6-71CA8F84E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DE64952-33ED-2C73-CB2D-6F0AC5198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507DE9C-E7BB-A276-0419-A2D0445A1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A7FD589-4ECB-B75B-232B-1D7433DD69D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3555BF8-8F9C-85BE-8688-FCCDA8F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0ED0719-721E-149C-50EA-468F281A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2" name="Parallelogram 5">
            <a:extLst>
              <a:ext uri="{FF2B5EF4-FFF2-40B4-BE49-F238E27FC236}">
                <a16:creationId xmlns:a16="http://schemas.microsoft.com/office/drawing/2014/main" id="{C31DFB03-B8A7-BF88-0E45-6A882BAE9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782A02-2CAF-CCEA-EC9A-E0581B0C9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266ACF57-4412-8929-FEF9-8E072F382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7FD27F2-1470-CF91-7E3B-CA32603F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367964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35D4728-C648-B28F-9003-D86E734F2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48758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C89BF1-4318-21AD-32F0-6A185730CD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48758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03D071F-0E65-F93B-5110-6CBB22EFF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A67147B-0019-97CD-E08E-E06609539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E5D1A0B-0276-24BF-D0B4-6DBEAAFA8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121350F-CF8E-119B-5BAE-5EF023B493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3B264B2-C5C3-FD82-7776-D971FA55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303C1D-657C-DD46-5BE5-E4672A52C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2" name="Parallelogram 5">
            <a:extLst>
              <a:ext uri="{FF2B5EF4-FFF2-40B4-BE49-F238E27FC236}">
                <a16:creationId xmlns:a16="http://schemas.microsoft.com/office/drawing/2014/main" id="{0CB248B6-0AA2-7496-423B-756B74490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FF6158-85EE-E318-4D68-00282FF17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C254DD90-690A-02EC-AAA2-9882EDE88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BD1BC030-037A-1271-FFEA-97843BA59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114053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122AE4-CE90-FA17-80BD-F11F3665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48758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5EE3800-02E7-0C31-7236-4EB333759D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48758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00C519C-CE05-BB18-B6AB-072659C32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4D80DA3-B670-386C-693C-0FEFF565E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B803641-F611-576C-8B7A-E9625C5C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3C3383D-EC57-77BD-398E-211B39271F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50B0337-D684-D0AA-2549-E2093A67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1B2B09D-9B11-9A10-28AA-E942BA58C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2" name="Parallelogram 5">
            <a:extLst>
              <a:ext uri="{FF2B5EF4-FFF2-40B4-BE49-F238E27FC236}">
                <a16:creationId xmlns:a16="http://schemas.microsoft.com/office/drawing/2014/main" id="{2488A8DF-07E7-91A7-2293-20924091E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691CD3-8AD0-01D9-387E-776A05BE9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861D5F4-7752-7C26-240B-13AF55A43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3074DB50-AF52-C226-6D02-AC38AC8D1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409732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8E8E45F-9611-E7E3-7C3F-5CC9D34F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E52F80-918E-BB39-4140-003B7EE8C40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550A81-340A-DE00-2734-7BDCF55B9C6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2DCA26DD-50DF-2E17-EEA9-807D07CD5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29270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icon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8E8E45F-9611-E7E3-7C3F-5CC9D34F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E52F80-918E-BB39-4140-003B7EE8C40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550A81-340A-DE00-2734-7BDCF55B9C6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2DCA26DD-50DF-2E17-EEA9-807D07CD5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53360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D9A1-3253-EA83-BB7F-FDDE1E047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E582208-7C63-9E7E-45F4-45CDEFE4907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55B3BFA-71B5-E537-CB13-1FE14E733A0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C1331E32-9FA9-B29A-E096-D0C093C98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FEF56307-F954-5F2E-3ED6-047A91C61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1E465B05-179D-6D15-BE3F-AB7C784AF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29669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BA42D-A13C-AFB2-732E-F4C99256D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5FFB170-CF1C-02E5-1398-A5E1D36161B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6F7D9F-6797-9387-29AA-E50EF234EDE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6B3AC0E0-247E-E2F2-41AF-90C5AB890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C077CE0A-DB05-29AA-4C48-3AAC20ABF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64FB92E-A144-1906-99C0-41DD88EC1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969043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80F2E4A-6044-D732-EB89-8B493FF4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95584A7-3940-6B32-30DC-64207CF913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21074F1-3D10-18E9-1B80-9271A90A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/>
          <a:p>
            <a:fld id="{F4BFC16B-4E91-4459-BE5C-E4095F89C477}" type="datetime1">
              <a:rPr lang="en-AU" smtClean="0"/>
              <a:t>22/7/2026</a:t>
            </a:fld>
            <a:endParaRPr lang="en-AU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DD55C0B-F2EA-0309-7A43-C75FEA122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16" name="Parallelogram 5">
            <a:extLst>
              <a:ext uri="{FF2B5EF4-FFF2-40B4-BE49-F238E27FC236}">
                <a16:creationId xmlns:a16="http://schemas.microsoft.com/office/drawing/2014/main" id="{CE030E51-25C5-383E-EDCB-833FB6D7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E3AF4D-FC84-8F29-AEC9-C434915C3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A1F3DF8-9875-D442-F58F-59EAB2E46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F25690A-7699-24C6-8BB2-A69EAB2BEAF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5A76F81-8125-D1FA-B78B-A69C4864992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141B1C1-75C3-2F91-ED76-F4819C90A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2BB0E8A9-219C-9E64-BC72-46EA386EE4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E1934025-DD7A-A2F8-C52C-C9ACC6D91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B6308FE8-822D-3562-88BA-989050B20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F3EDD625-B9D0-7DCB-91E8-79B2A6930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9161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9F97823-F9F9-0B83-4728-66678B76E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DCA73BE-1A38-E41D-C731-E40484609E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FD4DE05-0677-46E8-EA74-25FB83FB2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/>
          <a:p>
            <a:fld id="{F4BFC16B-4E91-4459-BE5C-E4095F89C477}" type="datetime1">
              <a:rPr lang="en-AU" smtClean="0"/>
              <a:t>22/7/2026</a:t>
            </a:fld>
            <a:endParaRPr lang="en-AU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6B3020A-D7B7-1E8D-74ED-53942CD2D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16" name="Parallelogram 5">
            <a:extLst>
              <a:ext uri="{FF2B5EF4-FFF2-40B4-BE49-F238E27FC236}">
                <a16:creationId xmlns:a16="http://schemas.microsoft.com/office/drawing/2014/main" id="{84856E82-4D5D-AE05-B216-59795111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210335-4B74-CB52-85A7-D3FC42AAB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B0C6C87-8C9B-699F-7DE0-26CEDC6B4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A6C4827-4DFD-3B62-514A-9FCB60EB27B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D6FF8B6-8228-B3E3-33D5-08C0DFB80DA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8671C4D-9670-408B-537A-10A29B3D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88C6C3B-05B7-8AE0-4570-8EE54C6D33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338DCF2C-0C67-89AE-4067-4DF103E8A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22F13699-4528-D3E6-F1D2-6C2D4F5D1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AF23FDD9-9512-14F4-88D8-691076E7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992733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81ABCF8-1560-E3D3-E26A-CB73D3EE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BE64A9D-62A9-940F-9607-D2C4213C0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8355B44-2CD3-3D2C-66FE-FB1CF55F8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/>
          <a:p>
            <a:fld id="{F4BFC16B-4E91-4459-BE5C-E4095F89C477}" type="datetime1">
              <a:rPr lang="en-AU" smtClean="0"/>
              <a:t>22/7/2026</a:t>
            </a:fld>
            <a:endParaRPr lang="en-AU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925F78D-E39F-9DEF-AC45-E31DC9849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16" name="Parallelogram 5">
            <a:extLst>
              <a:ext uri="{FF2B5EF4-FFF2-40B4-BE49-F238E27FC236}">
                <a16:creationId xmlns:a16="http://schemas.microsoft.com/office/drawing/2014/main" id="{F5505288-B598-3DB4-A3C5-F3859B2E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2B7682-C2C2-7D0F-063D-2C6495EBE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433D8B5-B205-8073-EA04-DB42DF977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73178BD-F9DB-4125-31D0-2F919DE8C4E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F1B6B73-D8B7-F472-7B05-D4498A3B81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0329C0C-BEF4-6A3B-2B52-0F9B1F853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118CE7B-3FC8-6749-1F81-FC5916E60BF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3E1FE6B4-C878-9750-35D6-F24C07B54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FF20CEFE-62BA-B50E-C2AB-A414E456F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EA39AF49-433D-7BA8-020C-F405B6D40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145277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7C50B3D-26D2-B495-9D71-A6C147541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A762AB-C438-FA0A-D8A0-AB21F493F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C30DDD0-CB87-37E4-84FE-DB93139F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DE9033D-49D4-8FD2-F205-4A61377FE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4C24C9C-0F16-6B5E-805F-E9675F894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09122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ultiple column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7C50B3D-26D2-B495-9D71-A6C147541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A762AB-C438-FA0A-D8A0-AB21F493F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C30DDD0-CB87-37E4-84FE-DB93139F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DE9033D-49D4-8FD2-F205-4A61377FE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4C24C9C-0F16-6B5E-805F-E9675F894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640535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14397D-9372-B0C1-F0EE-6A77DE87A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CA5619A8-2165-0556-9633-56C8ACDA6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48E1DD-08A6-6C74-728A-133FA097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49E58F3-D034-9026-6B28-4CCBF2DCE6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636A7477-66A7-786C-75A9-61439DC9D5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20FE1F0-0925-22C6-B62D-7807832244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C5CB6F3-679C-CE7E-CC1A-6F9D4E72B2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C674B57-48D0-07E0-EF0A-0431C18EB36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86B16E5-F334-65C6-B6D1-6F0E3F97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9E700F8E-9116-987A-BEAE-43F981B6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11222BAA-416F-87A6-5651-3828AF55D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98F9EDC4-FC70-A088-9BD5-EF69FF512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ED72977F-98FD-9B36-8E9D-A6528BEB1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48429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acquarie University logo">
            <a:extLst>
              <a:ext uri="{FF2B5EF4-FFF2-40B4-BE49-F238E27FC236}">
                <a16:creationId xmlns:a16="http://schemas.microsoft.com/office/drawing/2014/main" id="{525C4035-FAFF-CA83-294D-08B78338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182D3C68-B988-2388-74BF-55C31A25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A3169375-8F4E-FDC4-8A81-CBA909877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/>
          <a:p>
            <a:fld id="{A17E76C1-6860-4658-ACAF-BC70864B9A34}" type="datetime1">
              <a:rPr lang="en-AU" smtClean="0"/>
              <a:t>22/7/2026</a:t>
            </a:fld>
            <a:endParaRPr lang="en-AU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4E269D22-D623-C169-B170-18F86FECF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B9A58F0A-7D30-B7A5-7A6E-A250783E68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arallelogram 5">
            <a:extLst>
              <a:ext uri="{FF2B5EF4-FFF2-40B4-BE49-F238E27FC236}">
                <a16:creationId xmlns:a16="http://schemas.microsoft.com/office/drawing/2014/main" id="{EAE14254-910C-376F-9295-CA617C311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5AADE5-AB4C-33FE-0780-01D7446F3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3011F18-7D1B-0D18-6DE8-FDB6DFA0D9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69BA556B-AFC1-B84B-7A55-7017BD88C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BB50DC50-56D1-21CE-00E2-814AEFBF07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DFB8A249-F968-C5CE-62E1-1166C2D1D1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8E3080C9-E168-7923-4A93-A00528F95A0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4BB8DF00-FB97-2EBA-E339-39CDF66D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DF2F1283-0CE5-C837-E13D-5E591B9CA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1B3B168C-F92D-E16D-3FC5-A037E2FD0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9C3622B2-B3BA-150B-717F-91183616F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68A431C9-B30D-2EA3-AEF6-7613CCE85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2F2B6632-A883-7094-E169-AC7E81052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82787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Macquarie University logo">
            <a:extLst>
              <a:ext uri="{FF2B5EF4-FFF2-40B4-BE49-F238E27FC236}">
                <a16:creationId xmlns:a16="http://schemas.microsoft.com/office/drawing/2014/main" id="{E63F0E9A-E83E-3CD2-0970-78DB9D114E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AD5AEF88-E166-7FC2-8100-754373B4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071C1370-21B2-0525-6BFB-DD733515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8653E0D0-8212-8DD4-41F9-498BD1E06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D3CA10C0-1E60-F2E3-928F-30B81562A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arallelogram 5">
            <a:extLst>
              <a:ext uri="{FF2B5EF4-FFF2-40B4-BE49-F238E27FC236}">
                <a16:creationId xmlns:a16="http://schemas.microsoft.com/office/drawing/2014/main" id="{8BCDD0C3-B25C-6961-3AF0-4B2F381A0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006E8B5-781F-CDF3-0385-3B77FD141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0C75617-D4BA-6115-0AC3-EF2B76D1C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EBBE3C2-0760-0065-C7BC-375483167A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76DCC411-5F74-D83C-4F20-441072D6F1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BA05D2BD-A9BE-CB40-C18F-8F65ACB985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FAF56461-36CB-9B57-B16D-E9C8C2D30F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6A4B13D8-CDE6-6455-BDF3-AF366A2E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B6C86C63-A749-BAC2-DD7B-E03439F2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57A5A772-4529-4186-68B7-B5294D33C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CDEAC3EE-8113-B460-328A-3D4AF4D7E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334536C9-3ED5-1805-B7A9-B21078385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D36227D3-F616-F2ED-201F-DD5FF6ADE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2326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Macquarie University logo">
            <a:extLst>
              <a:ext uri="{FF2B5EF4-FFF2-40B4-BE49-F238E27FC236}">
                <a16:creationId xmlns:a16="http://schemas.microsoft.com/office/drawing/2014/main" id="{1F005F1F-0FBA-6662-4BFC-2E6EAFC11D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757470A5-752E-7460-2035-82DEFA68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B51C200A-DCF2-444A-0F1F-D10020DAB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FEDD4E8D-1BE5-00BD-E3DE-1AEE7FA3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64601442-8048-D5F3-7631-67ED45133B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arallelogram 5">
            <a:extLst>
              <a:ext uri="{FF2B5EF4-FFF2-40B4-BE49-F238E27FC236}">
                <a16:creationId xmlns:a16="http://schemas.microsoft.com/office/drawing/2014/main" id="{F565F629-4CC9-7DDD-8DF0-D65E1576B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0B5346-EDE1-1188-DF91-6E1BFABB0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E8D76117-3126-F41C-5BA1-60C299AD1D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8311587E-AD01-1EB4-A3B5-1CADCBEDAD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9E13549C-8030-8DC1-1D8D-FB0F196B6F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62C97A6-C4E6-BE72-1CC7-AAF2B2B539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8FE34385-B05B-E69D-7545-9E5E6A2F6E5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28BBA152-96B6-2462-E45F-CF00FC95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5E30F9D4-F9E1-8E53-D947-FD6AD4B8E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805EABD4-BCD9-2E75-1C44-7742ED46B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CB549350-8141-325C-6F19-8ABD40601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1FD65034-862F-EDF9-25EA-A6F49A4E4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DD9608CD-EBCD-708B-4BCE-3ACC13000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326363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Macquarie University logo">
            <a:extLst>
              <a:ext uri="{FF2B5EF4-FFF2-40B4-BE49-F238E27FC236}">
                <a16:creationId xmlns:a16="http://schemas.microsoft.com/office/drawing/2014/main" id="{23F8E200-B5D4-03BC-9094-C6C495DB78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FDB1E401-5D3E-2387-64D3-C7E7FCC3C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95E37125-5288-8DE4-8FAF-DEFE0E1F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B70D9145-5C1D-C43F-923D-40FFBF733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6BF09BD3-B684-8532-40D8-9B61B62E94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arallelogram 5">
            <a:extLst>
              <a:ext uri="{FF2B5EF4-FFF2-40B4-BE49-F238E27FC236}">
                <a16:creationId xmlns:a16="http://schemas.microsoft.com/office/drawing/2014/main" id="{B9458A43-107C-CD88-E080-48C47A1FF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63A70A6-75A4-2EFB-C6F7-870B07C6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D9BEA815-2D7C-E1EA-DC68-9B3AA0DF22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3AA40C04-E346-A044-8883-3A5FE69147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2098743D-2BC0-9BF0-17CE-8BE2C008E5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2B6DBF01-F0BC-5125-7CB4-83ADA27262B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00DABAE8-BFD3-DAF5-6AE2-A8B3354E4B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C69B5EAC-329C-FC5C-B5C3-E46A3E72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B711C630-64B7-FAA7-AD3E-572D90E09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09AF1A34-7A67-7A5D-DC88-EAEDDD6EA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E93D15A0-9D15-6668-6482-A0CDF4C65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6F2163A2-BBA2-0BBB-D365-0F54776E6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AEAB0B13-0AA8-EF18-611D-7D25B859D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8320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E52F80-918E-BB39-4140-003B7EE8C40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550A81-340A-DE00-2734-7BDCF55B9C6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CE71BDF-BE5E-F699-4FD8-580A590AB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39833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ulti image text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E52F80-918E-BB39-4140-003B7EE8C40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550A81-340A-DE00-2734-7BDCF55B9C6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CE71BDF-BE5E-F699-4FD8-580A590AB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92756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ree column with icon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625D2F-7F6E-9157-C520-53D2867BF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C7BEE59A-D283-53E3-986F-BE42DA13C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3C3A9B-F59E-484C-BB86-A077B6D3E12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33E96DC-48EB-793D-1355-60EC2C6C822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2EDFE3B5-6A7A-031D-9C14-CD8626AE1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1E2EDEE5-7FAC-9E32-C391-D95821CD1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771351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 image text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cquarie University logo">
            <a:extLst>
              <a:ext uri="{FF2B5EF4-FFF2-40B4-BE49-F238E27FC236}">
                <a16:creationId xmlns:a16="http://schemas.microsoft.com/office/drawing/2014/main" id="{54EB25DE-3A94-5C1B-43AD-C39D36828D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0FC2CC9-F497-03EB-2D99-E9C9F9E5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D665C1D8-B176-3B64-B5DE-ABC0425B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98F5D2C2-E9AE-9B96-8F77-0426DA2D1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A9AB1CF-5054-0F5C-9FBD-B1DC9CD161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arallelogram 5">
            <a:extLst>
              <a:ext uri="{FF2B5EF4-FFF2-40B4-BE49-F238E27FC236}">
                <a16:creationId xmlns:a16="http://schemas.microsoft.com/office/drawing/2014/main" id="{AC558D20-0A18-5DED-2004-141C4C07A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076112-FBCC-EA7F-B224-DBA8E5BD6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4C1268-7D8C-82F4-C1FF-526E9D77B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3DEF27E6-3D09-C301-D269-226BE99B0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8C2AB4B-3318-E920-4FCF-CBA0F91111C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8E401AD-BC97-1F65-B081-9EC8CC20FC6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56748F73-B38E-462E-8C66-5CF1460C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99BB7453-6906-FDE9-91D8-6AB7955C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758A1E54-948D-781D-AF01-F4EEEFEF4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43886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 image text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Macquarie University logo">
            <a:extLst>
              <a:ext uri="{FF2B5EF4-FFF2-40B4-BE49-F238E27FC236}">
                <a16:creationId xmlns:a16="http://schemas.microsoft.com/office/drawing/2014/main" id="{ED52B518-C8BB-9015-2D29-1E079B178F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6B011141-B5C7-8E3D-6898-10A6FDB7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787B1596-CD27-1B9A-9AC7-703522879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77F63094-9DF7-F54B-5B9A-44C01A648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7D43DF01-BECB-A03B-91FB-99C7560E7E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arallelogram 5">
            <a:extLst>
              <a:ext uri="{FF2B5EF4-FFF2-40B4-BE49-F238E27FC236}">
                <a16:creationId xmlns:a16="http://schemas.microsoft.com/office/drawing/2014/main" id="{D0DE3687-0CCB-9C16-57F0-89C3F1B30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D516839-47B3-CD17-E287-F5C65F215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653E76B-BEB8-8D80-5598-045F5140D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04BE404F-46A4-82BE-4D63-D402B55BD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80A714C-4698-339C-18D2-2A17EC97863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6689643-091E-DC48-FFD2-2F08CF3393B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72B1F8D2-41FA-E1D1-DEC2-1138E70D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2B53C7C4-A96D-296C-241D-10D2F36E5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AA931C17-2FF4-6C03-2409-AFA7FB36F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272274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 image text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Macquarie University logo">
            <a:extLst>
              <a:ext uri="{FF2B5EF4-FFF2-40B4-BE49-F238E27FC236}">
                <a16:creationId xmlns:a16="http://schemas.microsoft.com/office/drawing/2014/main" id="{4C4C5F20-0C8F-8CE7-62AD-CEC66CE3B0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09B4837E-55E5-21A9-1AB2-E1C829B8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755F7D5A-477A-B96D-1536-230B9C15C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04244860-A13C-0000-0E9D-852241111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A7F1C4F-79C9-2E68-A3A9-23268008C3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arallelogram 5">
            <a:extLst>
              <a:ext uri="{FF2B5EF4-FFF2-40B4-BE49-F238E27FC236}">
                <a16:creationId xmlns:a16="http://schemas.microsoft.com/office/drawing/2014/main" id="{C4B929B1-425E-ED64-77CB-9A92FBB6A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35E5BEE-11EC-99A6-A91D-984F2539D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1D3FA9C-7AAB-FD21-2935-13A8C7521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A2E3ED2C-61ED-B0E7-B0D0-35E8BDED8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4D307C0-872C-15A8-F8BA-552A33A27C2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BA65A5D-72ED-B8B0-9077-9ABE148B35C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D4FFD407-5F5D-98C2-E264-3E42C04E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5894C2D3-FBBF-C4CE-0F95-9583B64AE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67CF3492-19E7-CA2C-E7A9-B525468DD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94171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 image text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Macquarie University logo">
            <a:extLst>
              <a:ext uri="{FF2B5EF4-FFF2-40B4-BE49-F238E27FC236}">
                <a16:creationId xmlns:a16="http://schemas.microsoft.com/office/drawing/2014/main" id="{933348B1-5631-9930-2842-5AAF86E610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70A3C1AB-85C0-DB26-67F0-5B4271F1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8B73679-D978-935F-4428-E01F72ED2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F3432B46-D3A4-CEBE-F221-22B7C00DF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B6F3D2A-AAFB-4161-A417-ADC716229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arallelogram 5">
            <a:extLst>
              <a:ext uri="{FF2B5EF4-FFF2-40B4-BE49-F238E27FC236}">
                <a16:creationId xmlns:a16="http://schemas.microsoft.com/office/drawing/2014/main" id="{AD2E213A-A482-EDDF-ACD0-9CDCE6C11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8414BC-A5C9-ED9D-CCB4-89967802E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244B37C1-CA15-87AF-3145-F8E4660B5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220934A1-F3EA-C125-B25F-2C07464D1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BCBE7E0-9365-1607-2082-FC7E0FA2156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B647E7F-00B1-FFEF-48E5-6D0628A6FB9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90B48A0-E8E7-306F-BF26-BA0E126B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BF9C1E34-A650-2C7F-8AD2-0D10BA15C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A9FD9969-935C-8345-A1C5-0F78F306D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51077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/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53042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ext layout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/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36384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E03AC-DFB7-CEBB-93DC-0FEAAD70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10" name="Parallelogram 5">
            <a:extLst>
              <a:ext uri="{FF2B5EF4-FFF2-40B4-BE49-F238E27FC236}">
                <a16:creationId xmlns:a16="http://schemas.microsoft.com/office/drawing/2014/main" id="{F85F9794-4C14-6429-C762-3F36479FA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D4C9C6-B3A7-49AE-BAB0-BB9DFF027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38757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E03AC-DFB7-CEBB-93DC-0FEAAD70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10" name="Parallelogram 5">
            <a:extLst>
              <a:ext uri="{FF2B5EF4-FFF2-40B4-BE49-F238E27FC236}">
                <a16:creationId xmlns:a16="http://schemas.microsoft.com/office/drawing/2014/main" id="{F85F9794-4C14-6429-C762-3F36479FA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9FDD12-8924-B928-BF5A-1BCA4EF45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45430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F85F9794-4C14-6429-C762-3F36479FA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4E247-E450-F496-103D-C378D8713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AE6886-2039-ABE0-3B7A-F040004FA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85379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4E247-E450-F496-103D-C378D8713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97CD803E-1638-0B2F-66EC-0DF1BF60D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4269F-35D5-67C4-58F1-99CE0837A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17106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F85F9794-4C14-6429-C762-3F36479FA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4E247-E450-F496-103D-C378D8713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E27F04-6069-D8F5-7AC8-1FC13FD2A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94240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51AE-7B41-4B15-BBA3-E5C7244AA2B8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278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51AE-7B41-4B15-BBA3-E5C7244AA2B8}" type="datetime1">
              <a:rPr lang="en-AU" smtClean="0"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766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E8506-138B-C292-D12C-94A88B15C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9" name="Parallelogram 5">
            <a:extLst>
              <a:ext uri="{FF2B5EF4-FFF2-40B4-BE49-F238E27FC236}">
                <a16:creationId xmlns:a16="http://schemas.microsoft.com/office/drawing/2014/main" id="{098AFDC6-7804-ED94-3DD4-6EFAA42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353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E8506-138B-C292-D12C-94A88B15C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9" name="Parallelogram 5">
            <a:extLst>
              <a:ext uri="{FF2B5EF4-FFF2-40B4-BE49-F238E27FC236}">
                <a16:creationId xmlns:a16="http://schemas.microsoft.com/office/drawing/2014/main" id="{098AFDC6-7804-ED94-3DD4-6EFAA42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738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98AFDC6-7804-ED94-3DD4-6EFAA42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52E3E24-4740-CE29-CB3D-759CA50FB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12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52E3E24-4740-CE29-CB3D-759CA50FB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D10A947C-5768-8FC1-740A-74A6F4554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2664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22/7/2026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98AFDC6-7804-ED94-3DD4-6EFAA42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52E3E24-4740-CE29-CB3D-759CA50FB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0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050E-3625-CB9B-EEA9-1EC03119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4C8E1E-3C6D-A640-BC96-0F670CF86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1ACD-B7CC-4C2B-ADC5-546B74664BE7}" type="datetime1">
              <a:rPr lang="en-AU" smtClean="0"/>
              <a:t>22/7/2026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B5371-64AD-18AC-7350-7C9899AAE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C2DBD-235F-AB15-A344-08389EED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15920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B75B0D-A907-9E11-FD8F-E09B8440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682-0843-4720-AC47-4C5FDE6CAC97}" type="datetime1">
              <a:rPr lang="en-AU" smtClean="0"/>
              <a:t>22/7/2026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3F910-B2C1-DA39-A0A8-5D2B5206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0190B-EE3C-F60F-0AD9-7CBCCD86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372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2.xml"/><Relationship Id="rId42" Type="http://schemas.openxmlformats.org/officeDocument/2006/relationships/slideLayout" Target="../slideLayouts/slideLayout43.xml"/><Relationship Id="rId47" Type="http://schemas.openxmlformats.org/officeDocument/2006/relationships/slideLayout" Target="../slideLayouts/slideLayout48.xml"/><Relationship Id="rId63" Type="http://schemas.openxmlformats.org/officeDocument/2006/relationships/slideLayout" Target="../slideLayouts/slideLayout64.xml"/><Relationship Id="rId68" Type="http://schemas.openxmlformats.org/officeDocument/2006/relationships/slideLayout" Target="../slideLayouts/slideLayout69.xml"/><Relationship Id="rId84" Type="http://schemas.openxmlformats.org/officeDocument/2006/relationships/slideLayout" Target="../slideLayouts/slideLayout85.xml"/><Relationship Id="rId89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7.xml"/><Relationship Id="rId107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2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53" Type="http://schemas.openxmlformats.org/officeDocument/2006/relationships/slideLayout" Target="../slideLayouts/slideLayout54.xml"/><Relationship Id="rId58" Type="http://schemas.openxmlformats.org/officeDocument/2006/relationships/slideLayout" Target="../slideLayouts/slideLayout59.xml"/><Relationship Id="rId74" Type="http://schemas.openxmlformats.org/officeDocument/2006/relationships/slideLayout" Target="../slideLayouts/slideLayout75.xml"/><Relationship Id="rId79" Type="http://schemas.openxmlformats.org/officeDocument/2006/relationships/slideLayout" Target="../slideLayouts/slideLayout80.xml"/><Relationship Id="rId102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6.xml"/><Relationship Id="rId90" Type="http://schemas.openxmlformats.org/officeDocument/2006/relationships/slideLayout" Target="../slideLayouts/slideLayout91.xml"/><Relationship Id="rId95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43" Type="http://schemas.openxmlformats.org/officeDocument/2006/relationships/slideLayout" Target="../slideLayouts/slideLayout44.xml"/><Relationship Id="rId48" Type="http://schemas.openxmlformats.org/officeDocument/2006/relationships/slideLayout" Target="../slideLayouts/slideLayout49.xml"/><Relationship Id="rId64" Type="http://schemas.openxmlformats.org/officeDocument/2006/relationships/slideLayout" Target="../slideLayouts/slideLayout65.xml"/><Relationship Id="rId69" Type="http://schemas.openxmlformats.org/officeDocument/2006/relationships/slideLayout" Target="../slideLayouts/slideLayout70.xml"/><Relationship Id="rId80" Type="http://schemas.openxmlformats.org/officeDocument/2006/relationships/slideLayout" Target="../slideLayouts/slideLayout81.xml"/><Relationship Id="rId85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Relationship Id="rId59" Type="http://schemas.openxmlformats.org/officeDocument/2006/relationships/slideLayout" Target="../slideLayouts/slideLayout60.xml"/><Relationship Id="rId103" Type="http://schemas.openxmlformats.org/officeDocument/2006/relationships/slideLayout" Target="../slideLayouts/slideLayout104.xml"/><Relationship Id="rId108" Type="http://schemas.openxmlformats.org/officeDocument/2006/relationships/theme" Target="../theme/theme2.xml"/><Relationship Id="rId54" Type="http://schemas.openxmlformats.org/officeDocument/2006/relationships/slideLayout" Target="../slideLayouts/slideLayout55.xml"/><Relationship Id="rId70" Type="http://schemas.openxmlformats.org/officeDocument/2006/relationships/slideLayout" Target="../slideLayouts/slideLayout71.xml"/><Relationship Id="rId75" Type="http://schemas.openxmlformats.org/officeDocument/2006/relationships/slideLayout" Target="../slideLayouts/slideLayout76.xml"/><Relationship Id="rId91" Type="http://schemas.openxmlformats.org/officeDocument/2006/relationships/slideLayout" Target="../slideLayouts/slideLayout92.xml"/><Relationship Id="rId96" Type="http://schemas.openxmlformats.org/officeDocument/2006/relationships/slideLayout" Target="../slideLayouts/slideLayout9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49" Type="http://schemas.openxmlformats.org/officeDocument/2006/relationships/slideLayout" Target="../slideLayouts/slideLayout50.xml"/><Relationship Id="rId57" Type="http://schemas.openxmlformats.org/officeDocument/2006/relationships/slideLayout" Target="../slideLayouts/slideLayout58.xml"/><Relationship Id="rId106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1.xml"/><Relationship Id="rId31" Type="http://schemas.openxmlformats.org/officeDocument/2006/relationships/slideLayout" Target="../slideLayouts/slideLayout32.xml"/><Relationship Id="rId44" Type="http://schemas.openxmlformats.org/officeDocument/2006/relationships/slideLayout" Target="../slideLayouts/slideLayout45.xml"/><Relationship Id="rId52" Type="http://schemas.openxmlformats.org/officeDocument/2006/relationships/slideLayout" Target="../slideLayouts/slideLayout53.xml"/><Relationship Id="rId60" Type="http://schemas.openxmlformats.org/officeDocument/2006/relationships/slideLayout" Target="../slideLayouts/slideLayout61.xml"/><Relationship Id="rId65" Type="http://schemas.openxmlformats.org/officeDocument/2006/relationships/slideLayout" Target="../slideLayouts/slideLayout66.xml"/><Relationship Id="rId73" Type="http://schemas.openxmlformats.org/officeDocument/2006/relationships/slideLayout" Target="../slideLayouts/slideLayout74.xml"/><Relationship Id="rId78" Type="http://schemas.openxmlformats.org/officeDocument/2006/relationships/slideLayout" Target="../slideLayouts/slideLayout79.xml"/><Relationship Id="rId81" Type="http://schemas.openxmlformats.org/officeDocument/2006/relationships/slideLayout" Target="../slideLayouts/slideLayout82.xml"/><Relationship Id="rId86" Type="http://schemas.openxmlformats.org/officeDocument/2006/relationships/slideLayout" Target="../slideLayouts/slideLayout87.xml"/><Relationship Id="rId94" Type="http://schemas.openxmlformats.org/officeDocument/2006/relationships/slideLayout" Target="../slideLayouts/slideLayout95.xml"/><Relationship Id="rId99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9" Type="http://schemas.openxmlformats.org/officeDocument/2006/relationships/slideLayout" Target="../slideLayouts/slideLayout40.xml"/><Relationship Id="rId109" Type="http://schemas.openxmlformats.org/officeDocument/2006/relationships/image" Target="../media/image1.png"/><Relationship Id="rId34" Type="http://schemas.openxmlformats.org/officeDocument/2006/relationships/slideLayout" Target="../slideLayouts/slideLayout35.xml"/><Relationship Id="rId50" Type="http://schemas.openxmlformats.org/officeDocument/2006/relationships/slideLayout" Target="../slideLayouts/slideLayout51.xml"/><Relationship Id="rId55" Type="http://schemas.openxmlformats.org/officeDocument/2006/relationships/slideLayout" Target="../slideLayouts/slideLayout56.xml"/><Relationship Id="rId76" Type="http://schemas.openxmlformats.org/officeDocument/2006/relationships/slideLayout" Target="../slideLayouts/slideLayout77.xml"/><Relationship Id="rId97" Type="http://schemas.openxmlformats.org/officeDocument/2006/relationships/slideLayout" Target="../slideLayouts/slideLayout98.xml"/><Relationship Id="rId104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8.xml"/><Relationship Id="rId71" Type="http://schemas.openxmlformats.org/officeDocument/2006/relationships/slideLayout" Target="../slideLayouts/slideLayout72.xml"/><Relationship Id="rId92" Type="http://schemas.openxmlformats.org/officeDocument/2006/relationships/slideLayout" Target="../slideLayouts/slideLayout93.xml"/><Relationship Id="rId2" Type="http://schemas.openxmlformats.org/officeDocument/2006/relationships/slideLayout" Target="../slideLayouts/slideLayout3.xml"/><Relationship Id="rId29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25.xml"/><Relationship Id="rId40" Type="http://schemas.openxmlformats.org/officeDocument/2006/relationships/slideLayout" Target="../slideLayouts/slideLayout41.xml"/><Relationship Id="rId45" Type="http://schemas.openxmlformats.org/officeDocument/2006/relationships/slideLayout" Target="../slideLayouts/slideLayout46.xml"/><Relationship Id="rId66" Type="http://schemas.openxmlformats.org/officeDocument/2006/relationships/slideLayout" Target="../slideLayouts/slideLayout67.xml"/><Relationship Id="rId87" Type="http://schemas.openxmlformats.org/officeDocument/2006/relationships/slideLayout" Target="../slideLayouts/slideLayout88.xml"/><Relationship Id="rId61" Type="http://schemas.openxmlformats.org/officeDocument/2006/relationships/slideLayout" Target="../slideLayouts/slideLayout62.xml"/><Relationship Id="rId82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5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56" Type="http://schemas.openxmlformats.org/officeDocument/2006/relationships/slideLayout" Target="../slideLayouts/slideLayout57.xml"/><Relationship Id="rId77" Type="http://schemas.openxmlformats.org/officeDocument/2006/relationships/slideLayout" Target="../slideLayouts/slideLayout78.xml"/><Relationship Id="rId100" Type="http://schemas.openxmlformats.org/officeDocument/2006/relationships/slideLayout" Target="../slideLayouts/slideLayout101.xml"/><Relationship Id="rId105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9.xml"/><Relationship Id="rId51" Type="http://schemas.openxmlformats.org/officeDocument/2006/relationships/slideLayout" Target="../slideLayouts/slideLayout52.xml"/><Relationship Id="rId72" Type="http://schemas.openxmlformats.org/officeDocument/2006/relationships/slideLayout" Target="../slideLayouts/slideLayout73.xml"/><Relationship Id="rId93" Type="http://schemas.openxmlformats.org/officeDocument/2006/relationships/slideLayout" Target="../slideLayouts/slideLayout94.xml"/><Relationship Id="rId98" Type="http://schemas.openxmlformats.org/officeDocument/2006/relationships/slideLayout" Target="../slideLayouts/slideLayout99.xml"/><Relationship Id="rId3" Type="http://schemas.openxmlformats.org/officeDocument/2006/relationships/slideLayout" Target="../slideLayouts/slideLayout4.xml"/><Relationship Id="rId25" Type="http://schemas.openxmlformats.org/officeDocument/2006/relationships/slideLayout" Target="../slideLayouts/slideLayout26.xml"/><Relationship Id="rId46" Type="http://schemas.openxmlformats.org/officeDocument/2006/relationships/slideLayout" Target="../slideLayouts/slideLayout47.xml"/><Relationship Id="rId67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21.xml"/><Relationship Id="rId41" Type="http://schemas.openxmlformats.org/officeDocument/2006/relationships/slideLayout" Target="../slideLayouts/slideLayout42.xml"/><Relationship Id="rId62" Type="http://schemas.openxmlformats.org/officeDocument/2006/relationships/slideLayout" Target="../slideLayouts/slideLayout63.xml"/><Relationship Id="rId83" Type="http://schemas.openxmlformats.org/officeDocument/2006/relationships/slideLayout" Target="../slideLayouts/slideLayout84.xml"/><Relationship Id="rId88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A4B64-515F-B9D4-8195-16363F8E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48757" cy="626548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69BDA-8AA7-0401-F827-030FD1D00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536772"/>
            <a:ext cx="11039812" cy="464019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6BCDC-92E7-5502-CE1B-0123DAB77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847" y="6356350"/>
            <a:ext cx="27196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DD616114-BA9B-4C6E-B514-81CA42C1BD75}" type="datetime1">
              <a:rPr lang="en-AU" smtClean="0"/>
              <a:pPr/>
              <a:t>22/7/2026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6F1F2-ED92-BC81-55D1-DC591161F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85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pic>
        <p:nvPicPr>
          <p:cNvPr id="10" name="Picture 9" descr="Macquarie University logo">
            <a:extLst>
              <a:ext uri="{FF2B5EF4-FFF2-40B4-BE49-F238E27FC236}">
                <a16:creationId xmlns:a16="http://schemas.microsoft.com/office/drawing/2014/main" id="{A9CA1528-A71D-9DB2-2370-9301FC11039A}"/>
              </a:ext>
            </a:extLst>
          </p:cNvPr>
          <p:cNvPicPr>
            <a:picLocks noChangeAspect="1"/>
          </p:cNvPicPr>
          <p:nvPr userDrawn="1"/>
        </p:nvPicPr>
        <p:blipFill>
          <a:blip r:embed="rId10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10F7F-D34E-AD74-FDCC-FF585CACE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0501" y="6356350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30A36D-F5A6-46CD-EFF7-072D1F960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arallelogram 5">
            <a:extLst>
              <a:ext uri="{FF2B5EF4-FFF2-40B4-BE49-F238E27FC236}">
                <a16:creationId xmlns:a16="http://schemas.microsoft.com/office/drawing/2014/main" id="{9E847123-361B-641F-FE41-1434CC19F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732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  <p:sldLayoutId id="2147483704" r:id="rId54"/>
    <p:sldLayoutId id="2147483705" r:id="rId55"/>
    <p:sldLayoutId id="2147483706" r:id="rId56"/>
    <p:sldLayoutId id="2147483707" r:id="rId57"/>
    <p:sldLayoutId id="2147483708" r:id="rId58"/>
    <p:sldLayoutId id="2147483709" r:id="rId59"/>
    <p:sldLayoutId id="2147483710" r:id="rId60"/>
    <p:sldLayoutId id="2147483711" r:id="rId61"/>
    <p:sldLayoutId id="2147483712" r:id="rId62"/>
    <p:sldLayoutId id="2147483713" r:id="rId63"/>
    <p:sldLayoutId id="2147483714" r:id="rId64"/>
    <p:sldLayoutId id="2147483715" r:id="rId65"/>
    <p:sldLayoutId id="2147483716" r:id="rId66"/>
    <p:sldLayoutId id="2147483717" r:id="rId67"/>
    <p:sldLayoutId id="2147483718" r:id="rId68"/>
    <p:sldLayoutId id="2147483719" r:id="rId69"/>
    <p:sldLayoutId id="2147483720" r:id="rId70"/>
    <p:sldLayoutId id="2147483721" r:id="rId71"/>
    <p:sldLayoutId id="2147483722" r:id="rId72"/>
    <p:sldLayoutId id="2147483723" r:id="rId73"/>
    <p:sldLayoutId id="2147483724" r:id="rId74"/>
    <p:sldLayoutId id="2147483725" r:id="rId75"/>
    <p:sldLayoutId id="2147483726" r:id="rId76"/>
    <p:sldLayoutId id="2147483727" r:id="rId77"/>
    <p:sldLayoutId id="2147483728" r:id="rId78"/>
    <p:sldLayoutId id="2147483729" r:id="rId79"/>
    <p:sldLayoutId id="2147483730" r:id="rId80"/>
    <p:sldLayoutId id="2147483731" r:id="rId81"/>
    <p:sldLayoutId id="2147483732" r:id="rId82"/>
    <p:sldLayoutId id="2147483733" r:id="rId83"/>
    <p:sldLayoutId id="2147483734" r:id="rId84"/>
    <p:sldLayoutId id="2147483735" r:id="rId85"/>
    <p:sldLayoutId id="2147483736" r:id="rId86"/>
    <p:sldLayoutId id="2147483737" r:id="rId87"/>
    <p:sldLayoutId id="2147483738" r:id="rId88"/>
    <p:sldLayoutId id="2147483739" r:id="rId89"/>
    <p:sldLayoutId id="2147483740" r:id="rId90"/>
    <p:sldLayoutId id="2147483741" r:id="rId91"/>
    <p:sldLayoutId id="2147483742" r:id="rId92"/>
    <p:sldLayoutId id="2147483743" r:id="rId93"/>
    <p:sldLayoutId id="2147483744" r:id="rId94"/>
    <p:sldLayoutId id="2147483745" r:id="rId95"/>
    <p:sldLayoutId id="2147483746" r:id="rId96"/>
    <p:sldLayoutId id="2147483747" r:id="rId97"/>
    <p:sldLayoutId id="2147483748" r:id="rId98"/>
    <p:sldLayoutId id="2147483749" r:id="rId99"/>
    <p:sldLayoutId id="2147483750" r:id="rId100"/>
    <p:sldLayoutId id="2147483751" r:id="rId101"/>
    <p:sldLayoutId id="2147483752" r:id="rId102"/>
    <p:sldLayoutId id="2147483753" r:id="rId103"/>
    <p:sldLayoutId id="2147483754" r:id="rId104"/>
    <p:sldLayoutId id="2147483755" r:id="rId105"/>
    <p:sldLayoutId id="2147483756" r:id="rId106"/>
    <p:sldLayoutId id="2147483757" r:id="rId10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Courier New" panose="02070309020205020404" pitchFamily="49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>
          <p15:clr>
            <a:srgbClr val="F26B43"/>
          </p15:clr>
        </p15:guide>
        <p15:guide id="2" pos="39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main">
            <a:extLst>
              <a:ext uri="{FF2B5EF4-FFF2-40B4-BE49-F238E27FC236}">
                <a16:creationId xmlns:a16="http://schemas.microsoft.com/office/drawing/2014/main" id="{E1951E25-CDE9-432F-8CC5-3FED5C82173E}"/>
              </a:ext>
            </a:extLst>
          </p:cNvPr>
          <p:cNvSpPr>
            <a:spLocks noGrp="1"/>
          </p:cNvSpPr>
          <p:nvPr/>
        </p:nvSpPr>
        <p:spPr>
          <a:xfrm>
            <a:off x="400050" y="314325"/>
            <a:ext cx="8191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950" b="1">
                <a:solidFill>
                  <a:srgbClr val="000000"/>
                </a:solidFill>
              </a:defRPr>
            </a:pPr>
            <a:r>
              <a:rPr sz="4950" b="1" dirty="0">
                <a:solidFill>
                  <a:srgbClr val="000000"/>
                </a:solidFill>
              </a:rPr>
              <a:t>Into the </a:t>
            </a:r>
            <a:r>
              <a:rPr sz="4950" b="1" dirty="0" err="1">
                <a:solidFill>
                  <a:srgbClr val="000000"/>
                </a:solidFill>
              </a:rPr>
              <a:t>Parallage</a:t>
            </a:r>
            <a:endParaRPr sz="4950" b="1" dirty="0">
              <a:solidFill>
                <a:srgbClr val="000000"/>
              </a:solidFill>
            </a:endParaRPr>
          </a:p>
        </p:txBody>
      </p:sp>
      <p:sp>
        <p:nvSpPr>
          <p:cNvPr id="4" name="title-authors">
            <a:extLst>
              <a:ext uri="{FF2B5EF4-FFF2-40B4-BE49-F238E27FC236}">
                <a16:creationId xmlns:a16="http://schemas.microsoft.com/office/drawing/2014/main" id="{CDCD7838-B8BB-4C5E-BCF8-512310D2DFA6}"/>
              </a:ext>
            </a:extLst>
          </p:cNvPr>
          <p:cNvSpPr>
            <a:spLocks noGrp="1"/>
          </p:cNvSpPr>
          <p:nvPr/>
        </p:nvSpPr>
        <p:spPr>
          <a:xfrm>
            <a:off x="400050" y="1395412"/>
            <a:ext cx="6298462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0">
                <a:solidFill>
                  <a:srgbClr val="222222"/>
                </a:solidFill>
              </a:defRPr>
            </a:pPr>
            <a:r>
              <a:rPr sz="1400" b="0" dirty="0">
                <a:solidFill>
                  <a:srgbClr val="222222"/>
                </a:solidFill>
              </a:rPr>
              <a:t>Greg Baker | </a:t>
            </a:r>
            <a:r>
              <a:rPr lang="en-AU" sz="1400" dirty="0">
                <a:solidFill>
                  <a:srgbClr val="222222"/>
                </a:solidFill>
              </a:rPr>
              <a:t>Greta Hawes | </a:t>
            </a:r>
            <a:r>
              <a:rPr sz="1400" b="0" dirty="0">
                <a:solidFill>
                  <a:srgbClr val="222222"/>
                </a:solidFill>
              </a:rPr>
              <a:t>Shirley Chan | Vanessa Enriquez </a:t>
            </a:r>
            <a:r>
              <a:rPr sz="1400" b="0" dirty="0" err="1">
                <a:solidFill>
                  <a:srgbClr val="222222"/>
                </a:solidFill>
              </a:rPr>
              <a:t>Raido</a:t>
            </a:r>
            <a:endParaRPr sz="1400" b="0" dirty="0">
              <a:solidFill>
                <a:srgbClr val="222222"/>
              </a:solidFill>
            </a:endParaRPr>
          </a:p>
        </p:txBody>
      </p:sp>
      <p:sp>
        <p:nvSpPr>
          <p:cNvPr id="5" name="title-venue">
            <a:extLst>
              <a:ext uri="{FF2B5EF4-FFF2-40B4-BE49-F238E27FC236}">
                <a16:creationId xmlns:a16="http://schemas.microsoft.com/office/drawing/2014/main" id="{E356F8F7-93AC-4F51-A29C-267F4DCE6309}"/>
              </a:ext>
            </a:extLst>
          </p:cNvPr>
          <p:cNvSpPr>
            <a:spLocks noGrp="1"/>
          </p:cNvSpPr>
          <p:nvPr/>
        </p:nvSpPr>
        <p:spPr>
          <a:xfrm>
            <a:off x="400050" y="2271712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0">
                <a:solidFill>
                  <a:srgbClr val="555555"/>
                </a:solidFill>
              </a:defRPr>
            </a:pPr>
            <a:r>
              <a:rPr sz="1575" b="0" dirty="0">
                <a:solidFill>
                  <a:srgbClr val="555555"/>
                </a:solidFill>
              </a:rPr>
              <a:t>AI4AS 2026, online mini-conference within DH2026</a:t>
            </a:r>
          </a:p>
          <a:p>
            <a:pPr>
              <a:buNone/>
              <a:defRPr sz="1575" b="0">
                <a:solidFill>
                  <a:srgbClr val="555555"/>
                </a:solidFill>
              </a:defRPr>
            </a:pPr>
            <a:r>
              <a:rPr sz="1575" b="0" dirty="0">
                <a:solidFill>
                  <a:srgbClr val="555555"/>
                </a:solidFill>
              </a:rPr>
              <a:t>27 July 2026 | Daejeon, South Korea / remote</a:t>
            </a:r>
          </a:p>
        </p:txBody>
      </p:sp>
      <p:sp>
        <p:nvSpPr>
          <p:cNvPr id="6" name="title-panel">
            <a:extLst>
              <a:ext uri="{FF2B5EF4-FFF2-40B4-BE49-F238E27FC236}">
                <a16:creationId xmlns:a16="http://schemas.microsoft.com/office/drawing/2014/main" id="{7E89AD5C-4AED-4B00-83C5-1F2CB0F86710}"/>
              </a:ext>
            </a:extLst>
          </p:cNvPr>
          <p:cNvSpPr>
            <a:spLocks noGrp="1"/>
          </p:cNvSpPr>
          <p:nvPr/>
        </p:nvSpPr>
        <p:spPr>
          <a:xfrm>
            <a:off x="400050" y="3059906"/>
            <a:ext cx="4552950" cy="2266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itle-claim-body">
            <a:extLst>
              <a:ext uri="{FF2B5EF4-FFF2-40B4-BE49-F238E27FC236}">
                <a16:creationId xmlns:a16="http://schemas.microsoft.com/office/drawing/2014/main" id="{091783A8-7723-48AF-91D4-2CCA0B71D2FC}"/>
              </a:ext>
            </a:extLst>
          </p:cNvPr>
          <p:cNvSpPr>
            <a:spLocks noGrp="1"/>
          </p:cNvSpPr>
          <p:nvPr/>
        </p:nvSpPr>
        <p:spPr>
          <a:xfrm>
            <a:off x="685800" y="3793331"/>
            <a:ext cx="3857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000000"/>
                </a:solidFill>
              </a:defRPr>
            </a:pPr>
            <a:r>
              <a:rPr lang="en-AU" sz="1875" b="1" dirty="0">
                <a:solidFill>
                  <a:srgbClr val="000000"/>
                </a:solidFill>
              </a:rPr>
              <a:t>Why translate once when you can translate 27 times for less than a cent per word?</a:t>
            </a:r>
            <a:endParaRPr sz="1875" b="1" dirty="0">
              <a:solidFill>
                <a:srgbClr val="0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510E01-6388-59A8-375A-5BC419F7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501" y="1322867"/>
            <a:ext cx="5073451" cy="522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47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-6">
            <a:extLst>
              <a:ext uri="{FF2B5EF4-FFF2-40B4-BE49-F238E27FC236}">
                <a16:creationId xmlns:a16="http://schemas.microsoft.com/office/drawing/2014/main" id="{61162D29-9F14-41AC-B0D9-915175EB581A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WHY NOW</a:t>
            </a:r>
          </a:p>
        </p:txBody>
      </p:sp>
      <p:sp>
        <p:nvSpPr>
          <p:cNvPr id="2" name="slide-no-6">
            <a:extLst>
              <a:ext uri="{FF2B5EF4-FFF2-40B4-BE49-F238E27FC236}">
                <a16:creationId xmlns:a16="http://schemas.microsoft.com/office/drawing/2014/main" id="{8B074E5B-97B8-4B18-8AF7-09CA467B8EBB}"/>
              </a:ext>
            </a:extLst>
          </p:cNvPr>
          <p:cNvSpPr>
            <a:spLocks noGrp="1"/>
          </p:cNvSpPr>
          <p:nvPr/>
        </p:nvSpPr>
        <p:spPr>
          <a:xfrm>
            <a:off x="11144250" y="3333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footer-6">
            <a:extLst>
              <a:ext uri="{FF2B5EF4-FFF2-40B4-BE49-F238E27FC236}">
                <a16:creationId xmlns:a16="http://schemas.microsoft.com/office/drawing/2014/main" id="{5276DEE6-76AB-45B7-AF59-AE16E0D0F9CD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49" y="600074"/>
            <a:ext cx="10772775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00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-6">
            <a:extLst>
              <a:ext uri="{FF2B5EF4-FFF2-40B4-BE49-F238E27FC236}">
                <a16:creationId xmlns:a16="http://schemas.microsoft.com/office/drawing/2014/main" id="{61162D29-9F14-41AC-B0D9-915175EB581A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METHOD</a:t>
            </a:r>
          </a:p>
        </p:txBody>
      </p:sp>
      <p:sp>
        <p:nvSpPr>
          <p:cNvPr id="2" name="slide-no-6">
            <a:extLst>
              <a:ext uri="{FF2B5EF4-FFF2-40B4-BE49-F238E27FC236}">
                <a16:creationId xmlns:a16="http://schemas.microsoft.com/office/drawing/2014/main" id="{8B074E5B-97B8-4B18-8AF7-09CA467B8EBB}"/>
              </a:ext>
            </a:extLst>
          </p:cNvPr>
          <p:cNvSpPr>
            <a:spLocks noGrp="1"/>
          </p:cNvSpPr>
          <p:nvPr/>
        </p:nvSpPr>
        <p:spPr>
          <a:xfrm>
            <a:off x="11144250" y="3333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534DD9-0720-9613-F048-63D47450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892"/>
          <a:stretch>
            <a:fillRect/>
          </a:stretch>
        </p:blipFill>
        <p:spPr>
          <a:xfrm>
            <a:off x="0" y="0"/>
            <a:ext cx="9229082" cy="70493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F08891-C66C-5016-499C-58695A444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219" y="268759"/>
            <a:ext cx="4398430" cy="8956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57800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no-6">
            <a:extLst>
              <a:ext uri="{FF2B5EF4-FFF2-40B4-BE49-F238E27FC236}">
                <a16:creationId xmlns:a16="http://schemas.microsoft.com/office/drawing/2014/main" id="{8B074E5B-97B8-4B18-8AF7-09CA467B8EBB}"/>
              </a:ext>
            </a:extLst>
          </p:cNvPr>
          <p:cNvSpPr>
            <a:spLocks noGrp="1"/>
          </p:cNvSpPr>
          <p:nvPr/>
        </p:nvSpPr>
        <p:spPr>
          <a:xfrm>
            <a:off x="11144250" y="3333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footer-6">
            <a:extLst>
              <a:ext uri="{FF2B5EF4-FFF2-40B4-BE49-F238E27FC236}">
                <a16:creationId xmlns:a16="http://schemas.microsoft.com/office/drawing/2014/main" id="{5276DEE6-76AB-45B7-AF59-AE16E0D0F9CD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 l="3968" t="20401" r="3817" b="46183"/>
          <a:stretch>
            <a:fillRect/>
          </a:stretch>
        </p:blipFill>
        <p:spPr>
          <a:xfrm>
            <a:off x="843960" y="2213450"/>
            <a:ext cx="10079807" cy="25365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915B4C-595D-EDD0-F8F7-BBA947ADE947}"/>
              </a:ext>
            </a:extLst>
          </p:cNvPr>
          <p:cNvSpPr txBox="1"/>
          <p:nvPr/>
        </p:nvSpPr>
        <p:spPr>
          <a:xfrm>
            <a:off x="762664" y="326508"/>
            <a:ext cx="10447817" cy="545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800" b="1" dirty="0" err="1">
                <a:solidFill>
                  <a:srgbClr val="1A1F26"/>
                </a:solidFill>
                <a:effectLst/>
                <a:latin typeface="Batang" panose="02030600000101010101" pitchFamily="18" charset="-127"/>
                <a:ea typeface="Cambria" panose="02040503050406030204" pitchFamily="18" charset="0"/>
                <a:cs typeface="Batang" panose="02030600000101010101" pitchFamily="18" charset="-127"/>
              </a:rPr>
              <a:t>寧心謀之、稽之、度之、鑒之，聞訊視聽，在善之麏，心焉</a:t>
            </a:r>
            <a:r>
              <a:rPr lang="en-US" sz="2800" b="1" dirty="0" err="1">
                <a:solidFill>
                  <a:srgbClr val="1A1F26"/>
                </a:solidFill>
                <a:effectLst/>
                <a:latin typeface="SimSun" panose="02010600030101010101" pitchFamily="2" charset="-122"/>
                <a:ea typeface="Cambria" panose="02040503050406030204" pitchFamily="18" charset="0"/>
                <a:cs typeface="SimSun" panose="02010600030101010101" pitchFamily="2" charset="-122"/>
              </a:rPr>
              <a:t>為</a:t>
            </a:r>
            <a:r>
              <a:rPr lang="en-US" sz="2800" b="1" dirty="0" err="1">
                <a:solidFill>
                  <a:srgbClr val="1A1F26"/>
                </a:solidFill>
                <a:effectLst/>
                <a:latin typeface="Batang" panose="02030600000101010101" pitchFamily="18" charset="-127"/>
                <a:ea typeface="Cambria" panose="02040503050406030204" pitchFamily="18" charset="0"/>
                <a:cs typeface="Batang" panose="02030600000101010101" pitchFamily="18" charset="-127"/>
              </a:rPr>
              <a:t>之</a:t>
            </a:r>
            <a:r>
              <a:rPr lang="en-US" sz="2800" b="1" dirty="0">
                <a:solidFill>
                  <a:srgbClr val="1A1F26"/>
                </a:solidFill>
                <a:effectLst/>
                <a:latin typeface="Batang" panose="02030600000101010101" pitchFamily="18" charset="-127"/>
                <a:ea typeface="Cambria" panose="02040503050406030204" pitchFamily="18" charset="0"/>
                <a:cs typeface="Batang" panose="02030600000101010101" pitchFamily="18" charset="-127"/>
              </a:rPr>
              <a:t>。</a:t>
            </a:r>
            <a:endParaRPr lang="en-AU" sz="2800" b="1" dirty="0">
              <a:solidFill>
                <a:srgbClr val="1A1F26"/>
              </a:solidFill>
              <a:effectLst/>
              <a:latin typeface="Aptos" panose="020B00040202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241C0E-7C66-D855-0953-BAA2FCB4E0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1" t="6313" r="55163" b="36231"/>
          <a:stretch>
            <a:fillRect/>
          </a:stretch>
        </p:blipFill>
        <p:spPr>
          <a:xfrm>
            <a:off x="244105" y="4895386"/>
            <a:ext cx="2966484" cy="18181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9034CF9-0719-D939-F256-07B27C50DA3A}"/>
              </a:ext>
            </a:extLst>
          </p:cNvPr>
          <p:cNvSpPr txBox="1"/>
          <p:nvPr/>
        </p:nvSpPr>
        <p:spPr>
          <a:xfrm>
            <a:off x="440808" y="1053530"/>
            <a:ext cx="11091530" cy="1138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600" dirty="0">
                <a:solidFill>
                  <a:srgbClr val="1A1F26"/>
                </a:solidFill>
                <a:latin typeface="Aptos" panose="020B0004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Shirley Chan’s translation:</a:t>
            </a:r>
            <a:endParaRPr lang="en-US" sz="1600" dirty="0">
              <a:solidFill>
                <a:srgbClr val="1A1F26"/>
              </a:solidFill>
              <a:effectLst/>
              <a:latin typeface="Aptos" panose="020B00040202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600" i="1" dirty="0">
                <a:solidFill>
                  <a:srgbClr val="1A1F26"/>
                </a:solidFill>
                <a:effectLst/>
                <a:latin typeface="Aptos" panose="020B0004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The tranquil heart-mind deliberates on it, examines it, measures it, and reflects on it. In hearing, questioning, looking and listening, lies within the gathered goodness (for which) the heart-mind thereby acts for it.</a:t>
            </a:r>
            <a:endParaRPr lang="en-AU" sz="1600" dirty="0">
              <a:solidFill>
                <a:srgbClr val="1A1F26"/>
              </a:solidFill>
              <a:effectLst/>
              <a:latin typeface="Aptos" panose="020B00040202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87080F-EAAD-6E17-C057-BBE5E8B2EA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39" t="3498" r="3248" b="36314"/>
          <a:stretch>
            <a:fillRect/>
          </a:stretch>
        </p:blipFill>
        <p:spPr>
          <a:xfrm>
            <a:off x="3210589" y="4746402"/>
            <a:ext cx="7369248" cy="2111598"/>
          </a:xfrm>
          <a:prstGeom prst="rect">
            <a:avLst/>
          </a:prstGeom>
        </p:spPr>
      </p:pic>
      <p:sp>
        <p:nvSpPr>
          <p:cNvPr id="18" name="&quot;No&quot; Symbol 17">
            <a:extLst>
              <a:ext uri="{FF2B5EF4-FFF2-40B4-BE49-F238E27FC236}">
                <a16:creationId xmlns:a16="http://schemas.microsoft.com/office/drawing/2014/main" id="{B322B708-B563-A4C8-CBC3-21D97B69DADD}"/>
              </a:ext>
            </a:extLst>
          </p:cNvPr>
          <p:cNvSpPr/>
          <p:nvPr/>
        </p:nvSpPr>
        <p:spPr>
          <a:xfrm>
            <a:off x="8525814" y="326508"/>
            <a:ext cx="502276" cy="545534"/>
          </a:xfrm>
          <a:prstGeom prst="noSmoking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44F86A-EC49-474B-D24B-96F443AF0D4F}"/>
              </a:ext>
            </a:extLst>
          </p:cNvPr>
          <p:cNvSpPr txBox="1"/>
          <p:nvPr/>
        </p:nvSpPr>
        <p:spPr>
          <a:xfrm>
            <a:off x="8496836" y="872042"/>
            <a:ext cx="531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SimSun" panose="02010600030101010101" pitchFamily="2" charset="-122"/>
              </a:rPr>
              <a:t>攈</a:t>
            </a:r>
            <a:r>
              <a:rPr lang="en-AU" sz="2800" dirty="0"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endParaRPr lang="en-AU" sz="28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80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no-6">
            <a:extLst>
              <a:ext uri="{FF2B5EF4-FFF2-40B4-BE49-F238E27FC236}">
                <a16:creationId xmlns:a16="http://schemas.microsoft.com/office/drawing/2014/main" id="{8B074E5B-97B8-4B18-8AF7-09CA467B8EBB}"/>
              </a:ext>
            </a:extLst>
          </p:cNvPr>
          <p:cNvSpPr>
            <a:spLocks noGrp="1"/>
          </p:cNvSpPr>
          <p:nvPr/>
        </p:nvSpPr>
        <p:spPr>
          <a:xfrm>
            <a:off x="11144250" y="3333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FDE656-AE9E-59F8-5F92-C160DCD34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96750" cy="691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00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84DA-3254-23CD-60A6-468924DF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411729"/>
            <a:ext cx="8956211" cy="538616"/>
          </a:xfrm>
        </p:spPr>
        <p:txBody>
          <a:bodyPr/>
          <a:lstStyle/>
          <a:p>
            <a:r>
              <a:rPr lang="en-AU" dirty="0"/>
              <a:t>Declaring our next study up front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9B51-CC72-F403-DD35-24DB88E85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hypotheses are:</a:t>
            </a:r>
            <a:endParaRPr lang="en-A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Answers to “would you trust this translation enough to quote it in an essay?</a:t>
            </a:r>
            <a:r>
              <a:rPr lang="en-AU" dirty="0"/>
              <a:t>”</a:t>
            </a:r>
            <a:r>
              <a:rPr lang="en-US" dirty="0"/>
              <a:t> will be correlated to metric scores for AI similarity to human translation.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Having access to more translations will increase the time on the task, but also make student scores more correlated to the metrics</a:t>
            </a:r>
            <a:endParaRPr lang="en-A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Only a small number of translation prompts will be useful. </a:t>
            </a:r>
          </a:p>
          <a:p>
            <a:pPr marL="1028700" lvl="1"/>
            <a:r>
              <a:rPr lang="en-US" dirty="0"/>
              <a:t>E.g. mnemonic, rhyming couplets and other more exotic translations won't be useful for students.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037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-7">
            <a:extLst>
              <a:ext uri="{FF2B5EF4-FFF2-40B4-BE49-F238E27FC236}">
                <a16:creationId xmlns:a16="http://schemas.microsoft.com/office/drawing/2014/main" id="{33BB6170-CD0A-46F3-B6BD-171F0A716BDA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PROMPT LIBRARY</a:t>
            </a:r>
          </a:p>
        </p:txBody>
      </p:sp>
      <p:sp>
        <p:nvSpPr>
          <p:cNvPr id="2" name="slide-no-7">
            <a:extLst>
              <a:ext uri="{FF2B5EF4-FFF2-40B4-BE49-F238E27FC236}">
                <a16:creationId xmlns:a16="http://schemas.microsoft.com/office/drawing/2014/main" id="{CCD7BB69-1E99-4746-A4B4-3EA22BD45954}"/>
              </a:ext>
            </a:extLst>
          </p:cNvPr>
          <p:cNvSpPr>
            <a:spLocks noGrp="1"/>
          </p:cNvSpPr>
          <p:nvPr/>
        </p:nvSpPr>
        <p:spPr>
          <a:xfrm>
            <a:off x="11144250" y="3333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5" name="footer-7">
            <a:extLst>
              <a:ext uri="{FF2B5EF4-FFF2-40B4-BE49-F238E27FC236}">
                <a16:creationId xmlns:a16="http://schemas.microsoft.com/office/drawing/2014/main" id="{01604BF4-52BC-4F92-8B02-27342D134CDE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AI4AS 2026 | Into the Parallage | 27 July 2026</a:t>
            </a:r>
          </a:p>
        </p:txBody>
      </p:sp>
      <p:sp>
        <p:nvSpPr>
          <p:cNvPr id="8" name="length-plot-frame">
            <a:extLst>
              <a:ext uri="{FF2B5EF4-FFF2-40B4-BE49-F238E27FC236}">
                <a16:creationId xmlns:a16="http://schemas.microsoft.com/office/drawing/2014/main" id="{828C937F-92AF-438E-B989-6CD8DF37E60D}"/>
              </a:ext>
            </a:extLst>
          </p:cNvPr>
          <p:cNvSpPr>
            <a:spLocks noGrp="1"/>
          </p:cNvSpPr>
          <p:nvPr/>
        </p:nvSpPr>
        <p:spPr>
          <a:xfrm>
            <a:off x="6905625" y="1924050"/>
            <a:ext cx="4886325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length-caption">
            <a:extLst>
              <a:ext uri="{FF2B5EF4-FFF2-40B4-BE49-F238E27FC236}">
                <a16:creationId xmlns:a16="http://schemas.microsoft.com/office/drawing/2014/main" id="{DDE1DD49-4236-492B-97B7-2E2C7CAB586D}"/>
              </a:ext>
            </a:extLst>
          </p:cNvPr>
          <p:cNvSpPr>
            <a:spLocks noGrp="1"/>
          </p:cNvSpPr>
          <p:nvPr/>
        </p:nvSpPr>
        <p:spPr>
          <a:xfrm>
            <a:off x="7381875" y="6076950"/>
            <a:ext cx="416131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222222"/>
                </a:solidFill>
              </a:defRPr>
            </a:pPr>
            <a:r>
              <a:rPr lang="en-AU" sz="1500" dirty="0">
                <a:solidFill>
                  <a:srgbClr val="222222"/>
                </a:solidFill>
              </a:rPr>
              <a:t>https://</a:t>
            </a:r>
            <a:r>
              <a:rPr lang="en-AU" sz="1500" dirty="0" err="1">
                <a:solidFill>
                  <a:srgbClr val="222222"/>
                </a:solidFill>
              </a:rPr>
              <a:t>parallage.symmachus.org</a:t>
            </a:r>
            <a:r>
              <a:rPr lang="en-AU" sz="1500" dirty="0">
                <a:solidFill>
                  <a:srgbClr val="222222"/>
                </a:solidFill>
              </a:rPr>
              <a:t>/</a:t>
            </a:r>
            <a:r>
              <a:rPr lang="en-AU" sz="1500" dirty="0" err="1">
                <a:solidFill>
                  <a:srgbClr val="222222"/>
                </a:solidFill>
              </a:rPr>
              <a:t>prompts.html</a:t>
            </a:r>
            <a:endParaRPr sz="1500" b="0" dirty="0">
              <a:solidFill>
                <a:srgbClr val="22222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44B714-E40A-77C4-A15C-C4964DA6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0" y="0"/>
            <a:ext cx="6177064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ABCBC8-6BD6-FE9B-2E3A-CA363EDCF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775" y="2035913"/>
            <a:ext cx="3872023" cy="387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399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Q">
      <a:dk1>
        <a:sysClr val="windowText" lastClr="000000"/>
      </a:dk1>
      <a:lt1>
        <a:sysClr val="window" lastClr="FFFFFF"/>
      </a:lt1>
      <a:dk2>
        <a:srgbClr val="373A36"/>
      </a:dk2>
      <a:lt2>
        <a:srgbClr val="A6192E"/>
      </a:lt2>
      <a:accent1>
        <a:srgbClr val="EAE8E1"/>
      </a:accent1>
      <a:accent2>
        <a:srgbClr val="80225F"/>
      </a:accent2>
      <a:accent3>
        <a:srgbClr val="76232F"/>
      </a:accent3>
      <a:accent4>
        <a:srgbClr val="D6001C"/>
      </a:accent4>
      <a:accent5>
        <a:srgbClr val="C6007E"/>
      </a:accent5>
      <a:accent6>
        <a:srgbClr val="7F7F7F"/>
      </a:accent6>
      <a:hlink>
        <a:srgbClr val="A6192E"/>
      </a:hlink>
      <a:folHlink>
        <a:srgbClr val="80225F"/>
      </a:folHlink>
    </a:clrScheme>
    <a:fontScheme name="MU PPT 2024">
      <a:majorFont>
        <a:latin typeface="Work Sans Bold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cquarie University PowerPoint template" id="{AC548BF2-8F30-4E84-B243-105A08A1DCE4}" vid="{9E431089-73A2-4868-8403-5A07D36FD54C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DEC6CC6-162F-CB44-B6A2-DDEFD2D7AF26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44FA15E-88D8-2B4E-8CA5-46A138AAB929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c5dfe3b6-0861-447d-9dbd-17069414413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255</Words>
  <Application>Microsoft Macintosh PowerPoint</Application>
  <DocSecurity>0</DocSecurity>
  <PresentationFormat>Widescreen</PresentationFormat>
  <Paragraphs>27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Batang</vt:lpstr>
      <vt:lpstr>SimSun</vt:lpstr>
      <vt:lpstr>Aptos</vt:lpstr>
      <vt:lpstr>Arial</vt:lpstr>
      <vt:lpstr>Calibri</vt:lpstr>
      <vt:lpstr>Courier New</vt:lpstr>
      <vt:lpstr>Work Sans</vt:lpstr>
      <vt:lpstr>Work Sans Bold</vt:lpstr>
      <vt:lpstr>ChatGPT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Declaring our next study up front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Greg Baker</cp:lastModifiedBy>
  <cp:revision>5</cp:revision>
  <dcterms:created xsi:type="dcterms:W3CDTF">2026-07-22T06:54:28Z</dcterms:created>
  <dcterms:modified xsi:type="dcterms:W3CDTF">2026-07-22T14:51:27Z</dcterms:modified>
</cp:coreProperties>
</file>